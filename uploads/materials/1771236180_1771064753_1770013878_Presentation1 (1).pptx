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9733-A552-D026-02D2-1F880B293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3A45A-D263-15A0-039C-8A84401A2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D4CC4-BB98-8B21-F121-68D2DC62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8EEA-FB22-404B-F770-1CF27325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ECE51-2B79-6DCA-6A2A-81D1CFE8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1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E569-7392-EA9D-51B4-56BB29C7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6BB8B-619D-D643-1FF8-1E53247B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927E5-1E59-F545-03A2-84C8EA6E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4871C-92FC-7BCE-0B21-9ECCDD4A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0D9D2-5EA2-92E1-BC8E-8B864A81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1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0D59-6AE6-506D-2CF6-C2E00BD2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FAC0E-E559-EE91-5573-2F092D12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C39CF-3BC2-AA1D-5966-3B99D215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57052-E9F6-0012-56FB-B6D063C8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D2572-1ADD-CA46-8544-E6C1CA8C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6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234C-0598-B1EA-E891-F733A122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2F276-99D0-887A-909D-1A5FE5C92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18865-F44D-3760-D5BA-F52F0E038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B3AA-78FB-261E-CAB3-E348766C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DBBD5-B577-1608-8CC2-B634F909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310F5-EE47-F0DF-C380-BB529E52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8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00CA1-8B0A-A51D-E36D-84556724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7AF4A-21F0-A275-EDC6-9D1F8EBBD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BA792-9490-CAEF-74F1-171B5D4F5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25B4D-2540-8405-DBCC-CE06DDECF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49613-21FE-D6B3-C3D8-90AA348C7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F0164-305C-0365-07F1-BA806609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0D6435-18B9-6C09-B213-DA849804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67749-4A8A-317C-ACF3-A1A03B7D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3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9C5F-4F3D-F2E8-9413-68C225C7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930AF-A855-BC9E-DA09-9DAA9256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41CC7-0D28-9187-3A54-C6324AD1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B0E8D-6AFE-A5B4-3D32-892DB80A9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85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74153-63BE-6624-E01F-DCAAE5D9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221C6-8450-A39F-FA5C-CDD9E5BD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B0119-333C-2C33-7990-2C95E729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2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3268-858F-0D66-4909-84840622D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15C0-EEA0-3B24-DFD4-E5CDB073A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31AA1-7B84-58EA-7237-18073AB86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C2F4-953E-4420-64F8-7EA305CB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CD972-B34F-01F4-7E0D-DCBC7C7F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F2E89-3A8C-5094-2278-E71F0B6F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2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4113-8142-0BBF-B7A8-1C61A0AD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F3903C-22E0-2601-7326-495C3FBFE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46392-F18C-297F-325C-BDF5A2EEC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AA802-0E30-344D-AB8F-6C8DF756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C2348-0DAF-0F3D-CE33-BC0F9D43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6A795-931F-CF9B-7D50-9AD932DD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5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769E-1AA1-2C98-05A0-C9B01172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29B2D-A4A0-F8E1-0BE5-29F752594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9F31F-25AA-18E3-5F3E-66E1C7F2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43406-2239-2593-A10A-DD9B1984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10728-F922-045A-48A3-5C1634F00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9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5EC19-0BCC-C33D-B651-33C845FD7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71511-1843-31E0-93B9-D47B3388F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79BF6-10C7-2745-9A3D-4AB87D5FD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A8354-57F6-3B55-7A38-077A21A4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EDC8-91EA-E7EE-97CE-71BDABF7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0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A642F-F377-9E10-9BF3-4B8BB41DC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0911E-AE52-CBE9-78D7-C6DEA8D05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0305-1D23-8D0D-84C4-5C7FC04F8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53D3E-A7C9-44EA-93DA-89CFDA2A1591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AAC61-B3A1-44CE-32BC-DD82A90B3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D5E43-D359-FB07-3368-EC75A463F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75582-4EE8-40C7-88EE-2A8FFAC42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6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ED2DC5-6924-8FEE-756D-26761C06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2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08E8B06-85B0-A011-2786-6A77E1C5C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97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9C46-5EC8-3105-F0EA-ED4986624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33D0F6-2DC4-39E5-325D-E2C1CD18A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19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2CD4F-F05F-CE1C-257E-300848B7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EF8C29-5D22-7F7E-898B-3913B1750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1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B8B0-013A-07AB-CA80-F755518E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52755D6-310D-8CAE-0B43-D44A691AC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9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AC22-4479-DDEC-96F2-0263D648C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28C088E9-F23F-B127-771C-59AD18612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2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28A2A-FD0E-7DE5-6377-1B777B6F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84DEF2-9042-8537-9FFA-B0CF45838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FD23-F8C9-00CA-D1A7-DDD03160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725ED1-BEC6-ECF7-405E-60425FAFC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4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FD8B6-747B-6BD0-6724-C3BE9A56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 screenshot of a computer screen&#10;&#10;AI-generated content may be incorrect.">
            <a:extLst>
              <a:ext uri="{FF2B5EF4-FFF2-40B4-BE49-F238E27FC236}">
                <a16:creationId xmlns:a16="http://schemas.microsoft.com/office/drawing/2014/main" id="{F97D5766-7EC1-9A2F-9DB4-835FD861B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5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4A31-CE4C-04EF-E5D5-0D787C27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D4FE06-E6E7-2762-A0AB-CBF4D024D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9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2025-12-23T10:46:06Z</dcterms:created>
  <dcterms:modified xsi:type="dcterms:W3CDTF">2025-12-23T11:09:27Z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fa39422a-048f-4201-b7f6-b83406c77d72</vt:lpwstr>
  </property>
  <property fmtid="{D5CDD505-2E9C-101B-9397-08002B2CF9AE}" pid="3" name="HCLClassification">
    <vt:lpwstr>HCL_Cla5s_P3rs0nalUs3</vt:lpwstr>
  </property>
</Properties>
</file>